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16256000" cy="9144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49" d="100"/>
          <a:sy n="49" d="100"/>
        </p:scale>
        <p:origin x="888" y="66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9/24/2026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F548F284-F489-3184-D6CB-8C18186B1C6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55800" y="1981200"/>
            <a:ext cx="5257800" cy="44196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14</TotalTime>
  <Words>0</Words>
  <Application>Microsoft Office PowerPoint</Application>
  <PresentationFormat>Custom</PresentationFormat>
  <Paragraphs>0</Paragraphs>
  <Slides>17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Van Nghia</cp:lastModifiedBy>
  <cp:revision>2</cp:revision>
  <dcterms:created xsi:type="dcterms:W3CDTF">2006-08-16T00:00:00Z</dcterms:created>
  <dcterms:modified xsi:type="dcterms:W3CDTF">2026-09-24T10:33:15Z</dcterms:modified>
</cp:coreProperties>
</file>