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5343"/>
            <a:ext cx="16020288" cy="6827519"/>
          </a:xfrm>
        </p:spPr>
        <p:txBody>
          <a:bodyPr>
            <a:normAutofit/>
          </a:bodyPr>
          <a:lstStyle>
            <a:lvl1pPr>
              <a:defRPr sz="14666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848" y="7147837"/>
            <a:ext cx="13382752" cy="755904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183741" y="7666569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7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8" y="1453662"/>
            <a:ext cx="14454168" cy="1054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48" y="2507675"/>
            <a:ext cx="14454169" cy="6077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7824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617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63" y="6234903"/>
            <a:ext cx="14447519" cy="175934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0463" y="8086845"/>
            <a:ext cx="14447519" cy="49835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667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16255999" cy="595710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7620000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079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1853" y="1881812"/>
            <a:ext cx="4981347" cy="379408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1851" y="5870719"/>
            <a:ext cx="4973220" cy="14974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133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0157047" cy="9144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61851" y="8585200"/>
            <a:ext cx="2285735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867861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31685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0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0848" y="1453660"/>
            <a:ext cx="13382752" cy="6879009"/>
          </a:xfrm>
        </p:spPr>
        <p:txBody>
          <a:bodyPr>
            <a:normAutofit/>
          </a:bodyPr>
          <a:lstStyle>
            <a:lvl1pPr>
              <a:defRPr sz="10666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7824"/>
            <a:ext cx="1072260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65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4587" y="1451604"/>
            <a:ext cx="11305429" cy="1860737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62263" y="3312340"/>
            <a:ext cx="11290077" cy="4719352"/>
          </a:xfrm>
        </p:spPr>
        <p:txBody>
          <a:bodyPr>
            <a:normAutofit/>
          </a:bodyPr>
          <a:lstStyle>
            <a:lvl1pPr marL="609585" indent="-609585">
              <a:lnSpc>
                <a:spcPct val="100000"/>
              </a:lnSpc>
              <a:buFont typeface="+mj-lt"/>
              <a:buAutoNum type="arabicPeriod"/>
              <a:defRPr sz="2667"/>
            </a:lvl1pPr>
            <a:lvl2pPr marL="914377" indent="-609585">
              <a:lnSpc>
                <a:spcPct val="100000"/>
              </a:lnSpc>
              <a:buFont typeface="+mj-lt"/>
              <a:buAutoNum type="arabicPeriod"/>
              <a:defRPr sz="2667"/>
            </a:lvl2pPr>
            <a:lvl3pPr marL="1066773" indent="-457189">
              <a:lnSpc>
                <a:spcPct val="100000"/>
              </a:lnSpc>
              <a:buFont typeface="+mj-lt"/>
              <a:buAutoNum type="arabicPeriod"/>
              <a:defRPr sz="2667"/>
            </a:lvl3pPr>
            <a:lvl4pPr marL="1371566" indent="-457189">
              <a:lnSpc>
                <a:spcPct val="100000"/>
              </a:lnSpc>
              <a:buFont typeface="+mj-lt"/>
              <a:buAutoNum type="arabicPeriod"/>
              <a:defRPr sz="2667"/>
            </a:lvl4pPr>
            <a:lvl5pPr marL="1676358" indent="-457189">
              <a:lnSpc>
                <a:spcPct val="100000"/>
              </a:lnSpc>
              <a:buFont typeface="+mj-lt"/>
              <a:buAutoNum type="arabicPeriod"/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58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0848" y="1450848"/>
            <a:ext cx="7665856" cy="2072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50848" y="3535680"/>
            <a:ext cx="7665856" cy="4925568"/>
          </a:xfrm>
        </p:spPr>
        <p:txBody>
          <a:bodyPr>
            <a:normAutofit/>
          </a:bodyPr>
          <a:lstStyle>
            <a:lvl1pPr marL="457189" indent="-457189">
              <a:lnSpc>
                <a:spcPct val="100000"/>
              </a:lnSpc>
              <a:buFont typeface="System Font Regular"/>
              <a:buChar char="-"/>
              <a:defRPr sz="2667"/>
            </a:lvl1pPr>
            <a:lvl2pPr>
              <a:lnSpc>
                <a:spcPct val="100000"/>
              </a:lnSpc>
              <a:defRPr sz="2667"/>
            </a:lvl2pPr>
            <a:lvl3pPr>
              <a:lnSpc>
                <a:spcPct val="100000"/>
              </a:lnSpc>
              <a:defRPr sz="2667"/>
            </a:lvl3pPr>
            <a:lvl4pPr>
              <a:lnSpc>
                <a:spcPct val="100000"/>
              </a:lnSpc>
              <a:defRPr sz="2667"/>
            </a:lvl4pPr>
            <a:lvl5pPr>
              <a:lnSpc>
                <a:spcPct val="100000"/>
              </a:lnSpc>
              <a:defRPr sz="266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4587" y="8585200"/>
            <a:ext cx="5220539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5126" y="8585200"/>
            <a:ext cx="1501493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6619" y="8585200"/>
            <a:ext cx="94008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753600" y="0"/>
            <a:ext cx="6502400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450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36" y="1486475"/>
            <a:ext cx="5231273" cy="5444773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59483" y="1487053"/>
            <a:ext cx="7746284" cy="6894947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133"/>
            </a:lvl1pPr>
            <a:lvl2pPr>
              <a:lnSpc>
                <a:spcPct val="100000"/>
              </a:lnSpc>
              <a:defRPr sz="2133"/>
            </a:lvl2pPr>
            <a:lvl3pPr>
              <a:lnSpc>
                <a:spcPct val="100000"/>
              </a:lnSpc>
              <a:defRPr sz="2133"/>
            </a:lvl3pPr>
            <a:lvl4pPr>
              <a:lnSpc>
                <a:spcPct val="100000"/>
              </a:lnSpc>
              <a:defRPr sz="2133"/>
            </a:lvl4pPr>
            <a:lvl5pPr>
              <a:lnSpc>
                <a:spcPct val="100000"/>
              </a:lnSpc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80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935" y="1486207"/>
            <a:ext cx="3695101" cy="4900736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2710" y="1505528"/>
            <a:ext cx="10392308" cy="687647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133"/>
            </a:lvl1pPr>
            <a:lvl2pPr>
              <a:lnSpc>
                <a:spcPct val="100000"/>
              </a:lnSpc>
              <a:defRPr sz="2133"/>
            </a:lvl2pPr>
            <a:lvl3pPr>
              <a:lnSpc>
                <a:spcPct val="100000"/>
              </a:lnSpc>
              <a:defRPr sz="2133"/>
            </a:lvl3pPr>
            <a:lvl4pPr>
              <a:lnSpc>
                <a:spcPct val="100000"/>
              </a:lnSpc>
              <a:defRPr sz="2133"/>
            </a:lvl4pPr>
            <a:lvl5pPr>
              <a:lnSpc>
                <a:spcPct val="100000"/>
              </a:lnSpc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32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051" y="1481468"/>
            <a:ext cx="8452549" cy="1524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257" y="0"/>
            <a:ext cx="6008780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81049" y="3203849"/>
            <a:ext cx="8452552" cy="5178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133"/>
            </a:lvl1pPr>
            <a:lvl2pPr>
              <a:lnSpc>
                <a:spcPct val="100000"/>
              </a:lnSpc>
              <a:defRPr sz="2133"/>
            </a:lvl2pPr>
            <a:lvl3pPr>
              <a:lnSpc>
                <a:spcPct val="100000"/>
              </a:lnSpc>
              <a:defRPr sz="2133"/>
            </a:lvl3pPr>
            <a:lvl4pPr>
              <a:lnSpc>
                <a:spcPct val="100000"/>
              </a:lnSpc>
              <a:defRPr sz="2133"/>
            </a:lvl4pPr>
            <a:lvl5pPr>
              <a:lnSpc>
                <a:spcPct val="100000"/>
              </a:lnSpc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167485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1051" y="8585200"/>
            <a:ext cx="6366536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867861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31685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3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989" y="1482805"/>
            <a:ext cx="9762153" cy="124358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4701919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34767" y="2916344"/>
            <a:ext cx="9798835" cy="54656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133"/>
            </a:lvl1pPr>
            <a:lvl2pPr>
              <a:lnSpc>
                <a:spcPct val="100000"/>
              </a:lnSpc>
              <a:defRPr sz="2133"/>
            </a:lvl2pPr>
            <a:lvl3pPr>
              <a:lnSpc>
                <a:spcPct val="100000"/>
              </a:lnSpc>
              <a:defRPr sz="2133"/>
            </a:lvl3pPr>
            <a:lvl4pPr>
              <a:lnSpc>
                <a:spcPct val="100000"/>
              </a:lnSpc>
              <a:defRPr sz="2133"/>
            </a:lvl4pPr>
            <a:lvl5pPr>
              <a:lnSpc>
                <a:spcPct val="100000"/>
              </a:lnSpc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167485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4768" y="8585200"/>
            <a:ext cx="7712819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2867861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31685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08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859" y="1482805"/>
            <a:ext cx="9791419" cy="124358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57858" y="2916344"/>
            <a:ext cx="9791420" cy="54656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133"/>
            </a:lvl1pPr>
            <a:lvl2pPr>
              <a:lnSpc>
                <a:spcPct val="100000"/>
              </a:lnSpc>
              <a:defRPr sz="2133"/>
            </a:lvl2pPr>
            <a:lvl3pPr>
              <a:lnSpc>
                <a:spcPct val="100000"/>
              </a:lnSpc>
              <a:defRPr sz="2133"/>
            </a:lvl3pPr>
            <a:lvl4pPr>
              <a:lnSpc>
                <a:spcPct val="100000"/>
              </a:lnSpc>
              <a:defRPr sz="2133"/>
            </a:lvl4pPr>
            <a:lvl5pPr>
              <a:lnSpc>
                <a:spcPct val="100000"/>
              </a:lnSpc>
              <a:defRPr sz="213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7859" y="8585200"/>
            <a:ext cx="7705405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283539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7363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554079" y="0"/>
            <a:ext cx="4701919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7270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755" y="1487649"/>
            <a:ext cx="6318111" cy="1717559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50923" y="3402832"/>
            <a:ext cx="6317933" cy="497916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0755" y="8585200"/>
            <a:ext cx="4232087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803117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6941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0"/>
            <a:ext cx="8128000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14423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529" y="1481469"/>
            <a:ext cx="5085127" cy="1991817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4529" y="3600895"/>
            <a:ext cx="5085128" cy="47811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64528" y="8585200"/>
            <a:ext cx="2999113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83916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47740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2976" y="0"/>
            <a:ext cx="9333024" cy="9144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19314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0525610" y="1483242"/>
            <a:ext cx="4307991" cy="24785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257" y="0"/>
            <a:ext cx="9975703" cy="9144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535040" y="4177673"/>
            <a:ext cx="4298560" cy="35416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04792" indent="0">
              <a:lnSpc>
                <a:spcPct val="100000"/>
              </a:lnSpc>
              <a:buNone/>
              <a:defRPr lang="en-US" dirty="0"/>
            </a:lvl2pPr>
            <a:lvl3pPr marL="609585" indent="0">
              <a:lnSpc>
                <a:spcPct val="100000"/>
              </a:lnSpc>
              <a:buNone/>
              <a:defRPr lang="en-US" dirty="0"/>
            </a:lvl3pPr>
            <a:lvl4pPr marL="914377" indent="0">
              <a:lnSpc>
                <a:spcPct val="100000"/>
              </a:lnSpc>
              <a:buNone/>
              <a:defRPr lang="en-US" dirty="0"/>
            </a:lvl4pPr>
            <a:lvl5pPr marL="121917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167485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525609" y="8585200"/>
            <a:ext cx="2221976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2867861" y="8585200"/>
            <a:ext cx="1152939" cy="558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31685" y="8585200"/>
            <a:ext cx="801915" cy="5588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56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099" y="5317070"/>
            <a:ext cx="4059939" cy="3079713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"/>
            <a:ext cx="16256000" cy="459110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74581" y="5317070"/>
            <a:ext cx="9946705" cy="30797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04792" indent="0">
              <a:lnSpc>
                <a:spcPct val="100000"/>
              </a:lnSpc>
              <a:buNone/>
              <a:defRPr lang="en-US" dirty="0"/>
            </a:lvl2pPr>
            <a:lvl3pPr marL="609585" indent="0">
              <a:lnSpc>
                <a:spcPct val="100000"/>
              </a:lnSpc>
              <a:buNone/>
              <a:defRPr lang="en-US" dirty="0"/>
            </a:lvl3pPr>
            <a:lvl4pPr marL="914377" indent="0">
              <a:lnSpc>
                <a:spcPct val="100000"/>
              </a:lnSpc>
              <a:buNone/>
              <a:defRPr lang="en-US" dirty="0"/>
            </a:lvl4pPr>
            <a:lvl5pPr marL="121917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5486789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18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87" y="1494653"/>
            <a:ext cx="13969760" cy="1292352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3048011"/>
            <a:ext cx="8128000" cy="609598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22327" y="3048011"/>
            <a:ext cx="6502020" cy="533398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22326" y="8585200"/>
            <a:ext cx="3945535" cy="5588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30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88" y="1496267"/>
            <a:ext cx="4929145" cy="2006876"/>
          </a:xfrm>
        </p:spPr>
        <p:txBody>
          <a:bodyPr anchor="t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574801" y="3786909"/>
            <a:ext cx="4808932" cy="459508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8231" y="1496268"/>
            <a:ext cx="8803055" cy="68857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32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405" y="6342924"/>
            <a:ext cx="8637195" cy="1502072"/>
          </a:xfrm>
        </p:spPr>
        <p:txBody>
          <a:bodyPr anchor="b">
            <a:normAutofit/>
          </a:bodyPr>
          <a:lstStyle>
            <a:lvl1pPr algn="r">
              <a:defRPr sz="2667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344"/>
            <a:ext cx="16036544" cy="6134123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1332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183741" y="7620000"/>
            <a:ext cx="1072260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8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64" y="-1715015"/>
            <a:ext cx="14203680" cy="15118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50848" y="1385460"/>
            <a:ext cx="12557760" cy="676009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304792" indent="0">
              <a:lnSpc>
                <a:spcPct val="90000"/>
              </a:lnSpc>
              <a:buNone/>
              <a:defRPr sz="8000" b="1"/>
            </a:lvl2pPr>
            <a:lvl3pPr marL="609585" indent="0">
              <a:lnSpc>
                <a:spcPct val="90000"/>
              </a:lnSpc>
              <a:buNone/>
              <a:defRPr sz="8000" b="1"/>
            </a:lvl3pPr>
            <a:lvl4pPr marL="914377" indent="0">
              <a:lnSpc>
                <a:spcPct val="90000"/>
              </a:lnSpc>
              <a:buNone/>
              <a:defRPr sz="8000" b="1"/>
            </a:lvl4pPr>
            <a:lvl5pPr marL="1219170" indent="0">
              <a:lnSpc>
                <a:spcPct val="90000"/>
              </a:lnSpc>
              <a:buNone/>
              <a:defRPr sz="8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15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2400" y="7224481"/>
            <a:ext cx="13411200" cy="621793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667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7000" y="84667"/>
            <a:ext cx="15970251" cy="6773333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10666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183741" y="7620389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694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8" y="1492177"/>
            <a:ext cx="13186755" cy="16061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2914" y="3254091"/>
            <a:ext cx="6455340" cy="506837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3254092"/>
            <a:ext cx="6408003" cy="506837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213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587" y="1487105"/>
            <a:ext cx="13265940" cy="111847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6118" y="2564253"/>
            <a:ext cx="6421967" cy="111847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 cap="all" spc="133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87310" y="2564253"/>
            <a:ext cx="6433217" cy="111847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 cap="all" spc="133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6118" y="3767722"/>
            <a:ext cx="6421967" cy="44851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87310" y="3767722"/>
            <a:ext cx="6433217" cy="448516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012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8" y="1472134"/>
            <a:ext cx="13230352" cy="1725637"/>
          </a:xfrm>
        </p:spPr>
        <p:txBody>
          <a:bodyPr>
            <a:normAutofit/>
          </a:bodyPr>
          <a:lstStyle>
            <a:lvl1pPr>
              <a:defRPr sz="4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5762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75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8" y="1450848"/>
            <a:ext cx="14170437" cy="2779401"/>
          </a:xfrm>
        </p:spPr>
        <p:txBody>
          <a:bodyPr anchor="t" anchorCtr="0">
            <a:noAutofit/>
          </a:bodyPr>
          <a:lstStyle>
            <a:lvl1pPr>
              <a:defRPr sz="8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50846" y="4368800"/>
            <a:ext cx="14170439" cy="42164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304792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609585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914377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121917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348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9" y="1450848"/>
            <a:ext cx="11241023" cy="2456027"/>
          </a:xfrm>
        </p:spPr>
        <p:txBody>
          <a:bodyPr anchor="t" anchorCtr="0">
            <a:noAutofit/>
          </a:bodyPr>
          <a:lstStyle>
            <a:lvl1pPr>
              <a:defRPr sz="8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36285" y="5662256"/>
            <a:ext cx="11240852" cy="214401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667">
                <a:solidFill>
                  <a:schemeClr val="tx1"/>
                </a:solidFill>
              </a:defRPr>
            </a:lvl1pPr>
            <a:lvl2pPr marL="304792" indent="0">
              <a:lnSpc>
                <a:spcPct val="100000"/>
              </a:lnSpc>
              <a:buNone/>
              <a:defRPr sz="2667">
                <a:solidFill>
                  <a:schemeClr val="tx1"/>
                </a:solidFill>
              </a:defRPr>
            </a:lvl2pPr>
            <a:lvl3pPr marL="609585" indent="0">
              <a:lnSpc>
                <a:spcPct val="100000"/>
              </a:lnSpc>
              <a:buNone/>
              <a:defRPr sz="2667">
                <a:solidFill>
                  <a:schemeClr val="tx1"/>
                </a:solidFill>
              </a:defRPr>
            </a:lvl3pPr>
            <a:lvl4pPr marL="914377" indent="0">
              <a:lnSpc>
                <a:spcPct val="100000"/>
              </a:lnSpc>
              <a:buNone/>
              <a:defRPr sz="2667">
                <a:solidFill>
                  <a:schemeClr val="tx1"/>
                </a:solidFill>
              </a:defRPr>
            </a:lvl4pPr>
            <a:lvl5pPr marL="1219170" indent="0">
              <a:lnSpc>
                <a:spcPct val="100000"/>
              </a:lnSpc>
              <a:buNone/>
              <a:defRPr sz="266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608171"/>
            <a:ext cx="1072260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775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848" y="1453660"/>
            <a:ext cx="13230352" cy="12479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848" y="2826328"/>
            <a:ext cx="13230352" cy="5555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848" y="8585200"/>
            <a:ext cx="11417013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867861" y="8585200"/>
            <a:ext cx="1152939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31685" y="8585200"/>
            <a:ext cx="801915" cy="55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7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1219170" rtl="0" eaLnBrk="1" latinLnBrk="0" hangingPunct="1">
        <a:lnSpc>
          <a:spcPct val="85000"/>
        </a:lnSpc>
        <a:spcBef>
          <a:spcPct val="0"/>
        </a:spcBef>
        <a:buNone/>
        <a:defRPr sz="4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670543" indent="-304792" algn="l" defTabSz="121917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975336" indent="-304792" algn="l" defTabSz="121917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341086" indent="-304792" algn="l" defTabSz="121917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706837" indent="-304792" algn="l" defTabSz="121917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09B633-62C4-DCAF-81EC-5A10A8564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200" y="1905000"/>
            <a:ext cx="5486400" cy="449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B5D8AA-22E3-E006-9D67-12B275A99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00" y="533400"/>
            <a:ext cx="5634120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1937-D90A-1CA7-C165-45F2E92A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F4DF68F-BCA0-3B80-BCC3-C0069956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3A6483-A168-29C3-DBF5-6CC6E5BABAED}"/>
              </a:ext>
            </a:extLst>
          </p:cNvPr>
          <p:cNvSpPr/>
          <p:nvPr/>
        </p:nvSpPr>
        <p:spPr>
          <a:xfrm>
            <a:off x="660400" y="3276600"/>
            <a:ext cx="8991600" cy="259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Video </a:t>
            </a:r>
            <a:r>
              <a:rPr lang="en-US" sz="32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https://drive.google.com/file/d/1lsx37WHM4_AJM74-ntgwkturQUdEKYIK/view?usp=sharing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2E0D0-6796-4A27-E7F7-CB01C5EF9419}"/>
              </a:ext>
            </a:extLst>
          </p:cNvPr>
          <p:cNvSpPr/>
          <p:nvPr/>
        </p:nvSpPr>
        <p:spPr>
          <a:xfrm>
            <a:off x="660400" y="5867400"/>
            <a:ext cx="8991600" cy="2667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Source Code:</a:t>
            </a:r>
            <a:r>
              <a:rPr lang="en-US" sz="3200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https://github.com/nghianv271091-coder/csn-dx24tt8-nguyenvannghia-webgioithieusach-nodejs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FCD243-B939-60D4-C1E9-D95C91C046AF}"/>
              </a:ext>
            </a:extLst>
          </p:cNvPr>
          <p:cNvSpPr/>
          <p:nvPr/>
        </p:nvSpPr>
        <p:spPr>
          <a:xfrm>
            <a:off x="660400" y="457200"/>
            <a:ext cx="8991600" cy="281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</a:t>
            </a:r>
            <a:r>
              <a:rPr lang="en-US" sz="32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https://nghianv271091-coder.github.io/csn-dx24tt8-nguyenvannghia-webgioithieusach-nodejs/scr/index.html</a:t>
            </a:r>
          </a:p>
        </p:txBody>
      </p:sp>
    </p:spTree>
    <p:extLst>
      <p:ext uri="{BB962C8B-B14F-4D97-AF65-F5344CB8AC3E}">
        <p14:creationId xmlns:p14="http://schemas.microsoft.com/office/powerpoint/2010/main" val="3260049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12</TotalTime>
  <Words>58</Words>
  <Application>Microsoft Office PowerPoint</Application>
  <PresentationFormat>Custom</PresentationFormat>
  <Paragraphs>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Neue Haas Grotesk Text Pro</vt:lpstr>
      <vt:lpstr>System Font Regular</vt:lpstr>
      <vt:lpstr>Times New Roman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Van Nghia</cp:lastModifiedBy>
  <cp:revision>3</cp:revision>
  <dcterms:created xsi:type="dcterms:W3CDTF">2006-08-16T00:00:00Z</dcterms:created>
  <dcterms:modified xsi:type="dcterms:W3CDTF">2026-09-25T03:55:56Z</dcterms:modified>
</cp:coreProperties>
</file>